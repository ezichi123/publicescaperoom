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Escape Room UX Design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Wireframes, Storyboards, Heuristic Evaluation, Ethical Checklist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Room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display</a:t>
            </a:r>
          </a:p>
          <a:p>
            <a:r>
              <a:t>Door (locked)</a:t>
            </a:r>
          </a:p>
          <a:p>
            <a:r>
              <a:t>Clickable objects (note, box, computer)</a:t>
            </a:r>
          </a:p>
          <a:p>
            <a:r>
              <a:t>Code input + unlock button</a:t>
            </a:r>
          </a:p>
          <a:p>
            <a:r>
              <a:t>Message area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Clue Interaction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clicks object</a:t>
            </a:r>
          </a:p>
          <a:p>
            <a:r>
              <a:t>Clue appears on screen</a:t>
            </a:r>
          </a:p>
          <a:p>
            <a:r>
              <a:t>User gathers information</a:t>
            </a:r>
          </a:p>
          <a:p>
            <a:r>
              <a:t>UI remains consistent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Door Unlocked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Correct code entered</a:t>
            </a:r>
          </a:p>
          <a:p>
            <a:r>
              <a:t>Door changes to OPEN</a:t>
            </a:r>
          </a:p>
          <a:p>
            <a:r>
              <a:t>Feedback message shown</a:t>
            </a:r>
          </a:p>
          <a:p>
            <a:r>
              <a:t>User can proceed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Wireframe: Next Level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increments</a:t>
            </a:r>
          </a:p>
          <a:p>
            <a:r>
              <a:t>New puzzle appears</a:t>
            </a:r>
          </a:p>
          <a:p>
            <a:r>
              <a:t>Clues reset</a:t>
            </a:r>
          </a:p>
          <a:p>
            <a:r>
              <a:t>Same layout reused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Storyboard: Success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game → Explore → Find clues → Enter correct code → Door opens → Next level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Storyboard: Failure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Enter wrong code → Error message → Explore clues → Retry → Success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Storyboard: Exploration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Click objects → Gather clues → Re-check items → Solve puzzle → Progress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Heuristic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Visibility: Pass</a:t>
            </a:r>
          </a:p>
          <a:p>
            <a:r>
              <a:t>User Control: Pass</a:t>
            </a:r>
          </a:p>
          <a:p>
            <a:r>
              <a:t>Recognition: Pass</a:t>
            </a:r>
          </a:p>
          <a:p/>
          <a:p>
            <a:r>
              <a:t>Issues:</a:t>
            </a:r>
          </a:p>
          <a:p>
            <a:r>
              <a:t>Consistency</a:t>
            </a:r>
          </a:p>
          <a:p>
            <a:r>
              <a:t>Error Prevention</a:t>
            </a:r>
          </a:p>
          <a:p>
            <a:r>
              <a:t>Real-world match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Add clearer object labels</a:t>
            </a:r>
          </a:p>
          <a:p>
            <a:r>
              <a:t>Guide user before guessing</a:t>
            </a:r>
          </a:p>
          <a:p>
            <a:r>
              <a:t>Standardize interactions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Transparency: Clear feedback</a:t>
            </a:r>
          </a:p>
          <a:p>
            <a:r>
              <a:t>Privacy: No data collected</a:t>
            </a:r>
          </a:p>
          <a:p>
            <a:r>
              <a:t>Fairness: Equal puzzles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Ethics Improvements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Accessibility improvements</a:t>
            </a:r>
          </a:p>
          <a:p>
            <a:r>
              <a:t>Clearer instructions</a:t>
            </a:r>
          </a:p>
          <a:p>
            <a:r>
              <a:t>Better usability for all users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